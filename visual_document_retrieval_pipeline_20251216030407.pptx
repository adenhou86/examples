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982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989527" y="533095"/>
            <a:ext cx="4534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003597" y="1228954"/>
            <a:ext cx="2348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90695" y="1800454"/>
            <a:ext cx="3810305" cy="523951"/>
          </a:xfrm>
          <a:prstGeom prst="roundRect">
            <a:avLst>
              <a:gd name="adj" fmla="val 25385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33365" y="1962302"/>
            <a:ext cx="1462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Documents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75604" y="2391156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857500" y="2781605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8863" y="2943454"/>
            <a:ext cx="12527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69310" y="3200400"/>
            <a:ext cx="14145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Retrieval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89604" y="3629254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857500" y="4019702"/>
            <a:ext cx="1904695" cy="523951"/>
          </a:xfrm>
          <a:prstGeom prst="roundRect">
            <a:avLst>
              <a:gd name="adj" fmla="val 25385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13532" y="4181551"/>
            <a:ext cx="1528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ColPali/ColQwen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89604" y="4610405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857500" y="5000854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89097" y="5162702"/>
            <a:ext cx="11768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Pages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44545" y="5419649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(Images)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89604" y="5848502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857500" y="6238951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1646" y="6400800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46704" y="6657746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48679" y="2781605"/>
            <a:ext cx="1971446" cy="780898"/>
          </a:xfrm>
          <a:prstGeom prst="roundRect">
            <a:avLst>
              <a:gd name="adj" fmla="val 1142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78447" y="2943454"/>
            <a:ext cx="1243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96482" y="3200400"/>
            <a:ext cx="1605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Description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13702" y="3629254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381598" y="4019702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7766" y="4181551"/>
            <a:ext cx="11676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→ Text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7086" y="4438498"/>
            <a:ext cx="1090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13702" y="4867351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220663" y="5257800"/>
            <a:ext cx="2229307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7551" y="5419649"/>
            <a:ext cx="1862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Keyword/Embedding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94246" y="5676595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13702" y="6105449"/>
            <a:ext cx="4480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333695" y="6495898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54573" y="6657746"/>
            <a:ext cx="795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3a: Text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110021" y="6915607"/>
            <a:ext cx="4818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29500" y="6495898"/>
            <a:ext cx="1904695" cy="780898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70825" y="6657746"/>
            <a:ext cx="957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3b: Image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43646" y="6915607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023714" y="7391095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5992063" y="7391095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961327" y="7391095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190695" y="7791602"/>
            <a:ext cx="3810305" cy="523951"/>
          </a:xfrm>
          <a:prstGeom prst="roundRect">
            <a:avLst>
              <a:gd name="adj" fmla="val 25385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79008" y="7953451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0" y="8924544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33756"/>
            <a:ext cx="39346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1781251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886054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3407" y="1314907"/>
            <a:ext cx="2800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PDFs have complex layouts &amp; images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3407" y="1603858"/>
            <a:ext cx="3305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Visual vs. text extraction balance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" y="2541118"/>
            <a:ext cx="2076602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" y="2245766"/>
            <a:ext cx="2220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Main Approaches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3407" y="2674620"/>
            <a:ext cx="42583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 (Visual-First): Uses ColPali/ColQwen + DSPy. Preserves all visual context.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3407" y="3177540"/>
            <a:ext cx="38962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 (Hybrid): Uses VLLM descriptions + text filtering. Flexible &amp; scalable.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" y="4772254"/>
            <a:ext cx="2057400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1500" y="4476902"/>
            <a:ext cx="2200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Selection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" y="4905756"/>
            <a:ext cx="1104595" cy="4005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644" y="5297119"/>
            <a:ext cx="1104595" cy="91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" y="5020056"/>
            <a:ext cx="596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81582" y="4905756"/>
            <a:ext cx="1628546" cy="4005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81582" y="5297119"/>
            <a:ext cx="1628546" cy="91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95882" y="5020056"/>
            <a:ext cx="7287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(A)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09214" y="4905756"/>
            <a:ext cx="1676095" cy="4005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Shape 19"/>
          <p:cNvSpPr/>
          <p:nvPr/>
        </p:nvSpPr>
        <p:spPr>
          <a:xfrm>
            <a:off x="3309214" y="5297119"/>
            <a:ext cx="1676095" cy="91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3514" y="5020056"/>
            <a:ext cx="758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(B)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" y="5305349"/>
            <a:ext cx="1104595" cy="562356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" y="5501030"/>
            <a:ext cx="652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81582" y="5305349"/>
            <a:ext cx="1628546" cy="562356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95882" y="5501030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 / ColQwen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09214" y="5858561"/>
            <a:ext cx="16760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23514" y="5400446"/>
            <a:ext cx="9765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/ Keywords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" y="5867705"/>
            <a:ext cx="4401007" cy="36210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580644" y="5867705"/>
            <a:ext cx="1104595" cy="36210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4944" y="5962802"/>
            <a:ext cx="596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81582" y="5867705"/>
            <a:ext cx="1628546" cy="36210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95882" y="5962802"/>
            <a:ext cx="7388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Visual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09214" y="6220663"/>
            <a:ext cx="16760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23514" y="5962802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Description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" y="6229807"/>
            <a:ext cx="1104595" cy="36210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" y="6324905"/>
            <a:ext cx="471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81582" y="6229807"/>
            <a:ext cx="1628546" cy="36210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95882" y="6324905"/>
            <a:ext cx="872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(Direct)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09214" y="6582766"/>
            <a:ext cx="16760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23514" y="6324905"/>
            <a:ext cx="1519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(Pre-process)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" y="6590995"/>
            <a:ext cx="44010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1676095" y="6590995"/>
            <a:ext cx="9144" cy="3520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4944" y="6687007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00984" y="6590995"/>
            <a:ext cx="9144" cy="3520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795882" y="6687007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 / Drawings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423514" y="6687007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Text-Heavy Docs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72100" y="857707"/>
            <a:ext cx="6248095" cy="6191402"/>
          </a:xfrm>
          <a:prstGeom prst="roundRect">
            <a:avLst>
              <a:gd name="adj" fmla="val 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7070141" y="1076249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 OVERVIEW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418881" y="2064715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452360" y="2894076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452360" y="3517697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452360" y="4141318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307678" y="2894076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307678" y="3517697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307678" y="4141318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418881" y="4764938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572354" y="5754319"/>
            <a:ext cx="5848502" cy="1095451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724144" y="6087161"/>
            <a:ext cx="5544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626096" y="5868619"/>
            <a:ext cx="1836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VLLM MODELS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724144" y="6158484"/>
            <a:ext cx="12984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GENERATION</a:t>
            </a:r>
            <a:endParaRPr lang="en-US" sz="8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rcRect l="-258" r="-258" t="0" b="0"/>
          <a:stretch/>
        </p:blipFill>
        <p:spPr>
          <a:xfrm>
            <a:off x="5724144" y="6344107"/>
            <a:ext cx="66751" cy="75895"/>
          </a:xfrm>
          <a:prstGeom prst="rect">
            <a:avLst/>
          </a:prstGeom>
        </p:spPr>
      </p:pic>
      <p:sp>
        <p:nvSpPr>
          <p:cNvPr id="63" name="Text 60"/>
          <p:cNvSpPr txBox="1"/>
          <p:nvPr/>
        </p:nvSpPr>
        <p:spPr>
          <a:xfrm>
            <a:off x="5790895" y="6354166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</a:t>
            </a:r>
            <a:endParaRPr lang="en-US" sz="800" dirty="0"/>
          </a:p>
        </p:txBody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2"/>
          <a:srcRect l="-258" r="-258" t="0" b="0"/>
          <a:stretch/>
        </p:blipFill>
        <p:spPr>
          <a:xfrm>
            <a:off x="5724144" y="6496812"/>
            <a:ext cx="66751" cy="75895"/>
          </a:xfrm>
          <a:prstGeom prst="rect">
            <a:avLst/>
          </a:prstGeom>
        </p:spPr>
      </p:pic>
      <p:sp>
        <p:nvSpPr>
          <p:cNvPr id="65" name="Text 61"/>
          <p:cNvSpPr txBox="1"/>
          <p:nvPr/>
        </p:nvSpPr>
        <p:spPr>
          <a:xfrm>
            <a:off x="5790895" y="650687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GPT-4.1 / Mini / Nano</a:t>
            </a:r>
            <a:endParaRPr lang="en-US" sz="800" dirty="0"/>
          </a:p>
        </p:txBody>
      </p:sp>
      <p:sp>
        <p:nvSpPr>
          <p:cNvPr id="66" name="Text 62"/>
          <p:cNvSpPr txBox="1"/>
          <p:nvPr/>
        </p:nvSpPr>
        <p:spPr>
          <a:xfrm>
            <a:off x="7442302" y="6158484"/>
            <a:ext cx="1326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REASONING</a:t>
            </a:r>
            <a:endParaRPr lang="en-US" sz="800" dirty="0"/>
          </a:p>
        </p:txBody>
      </p:sp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3"/>
          <a:srcRect l="-258" r="-258" t="0" b="0"/>
          <a:stretch/>
        </p:blipFill>
        <p:spPr>
          <a:xfrm>
            <a:off x="7442302" y="6344107"/>
            <a:ext cx="66751" cy="75895"/>
          </a:xfrm>
          <a:prstGeom prst="rect">
            <a:avLst/>
          </a:prstGeom>
        </p:spPr>
      </p:pic>
      <p:sp>
        <p:nvSpPr>
          <p:cNvPr id="68" name="Text 63"/>
          <p:cNvSpPr txBox="1"/>
          <p:nvPr/>
        </p:nvSpPr>
        <p:spPr>
          <a:xfrm>
            <a:off x="7508138" y="6354166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o3</a:t>
            </a:r>
            <a:endParaRPr lang="en-US" sz="800" dirty="0"/>
          </a:p>
        </p:txBody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4"/>
          <a:srcRect l="-258" r="-258" t="0" b="0"/>
          <a:stretch/>
        </p:blipFill>
        <p:spPr>
          <a:xfrm>
            <a:off x="7442302" y="6496812"/>
            <a:ext cx="66751" cy="75895"/>
          </a:xfrm>
          <a:prstGeom prst="rect">
            <a:avLst/>
          </a:prstGeom>
        </p:spPr>
      </p:pic>
      <p:sp>
        <p:nvSpPr>
          <p:cNvPr id="70" name="Text 64"/>
          <p:cNvSpPr txBox="1"/>
          <p:nvPr/>
        </p:nvSpPr>
        <p:spPr>
          <a:xfrm>
            <a:off x="7508138" y="650687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o4-mini</a:t>
            </a:r>
            <a:endParaRPr lang="en-US" sz="800" dirty="0"/>
          </a:p>
        </p:txBody>
      </p:sp>
      <p:sp>
        <p:nvSpPr>
          <p:cNvPr id="71" name="Text 65"/>
          <p:cNvSpPr txBox="1"/>
          <p:nvPr/>
        </p:nvSpPr>
        <p:spPr>
          <a:xfrm>
            <a:off x="9159545" y="6158484"/>
            <a:ext cx="10789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GENERATION</a:t>
            </a:r>
            <a:endParaRPr lang="en-US" sz="800" dirty="0"/>
          </a:p>
        </p:txBody>
      </p:sp>
      <p:sp>
        <p:nvSpPr>
          <p:cNvPr id="72" name="Text 66"/>
          <p:cNvSpPr txBox="1"/>
          <p:nvPr/>
        </p:nvSpPr>
        <p:spPr>
          <a:xfrm>
            <a:off x="9159545" y="6344107"/>
            <a:ext cx="3721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</a:t>
            </a:r>
            <a:endParaRPr lang="en-US" sz="800" dirty="0"/>
          </a:p>
        </p:txBody>
      </p:sp>
      <p:sp>
        <p:nvSpPr>
          <p:cNvPr id="73" name="Text 67"/>
          <p:cNvSpPr txBox="1"/>
          <p:nvPr/>
        </p:nvSpPr>
        <p:spPr>
          <a:xfrm>
            <a:off x="9273845" y="6487668"/>
            <a:ext cx="14767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(Recommended for DSPy pipeline)</a:t>
            </a:r>
            <a:endParaRPr lang="en-US" sz="800" dirty="0"/>
          </a:p>
        </p:txBody>
      </p:sp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5"/>
          <a:srcRect l="-258" r="-258" t="0" b="0"/>
          <a:stretch/>
        </p:blipFill>
        <p:spPr>
          <a:xfrm>
            <a:off x="9159545" y="6590995"/>
            <a:ext cx="66751" cy="75895"/>
          </a:xfrm>
          <a:prstGeom prst="rect">
            <a:avLst/>
          </a:prstGeom>
        </p:spPr>
      </p:pic>
      <p:sp>
        <p:nvSpPr>
          <p:cNvPr id="75" name="Text 68"/>
          <p:cNvSpPr txBox="1"/>
          <p:nvPr/>
        </p:nvSpPr>
        <p:spPr>
          <a:xfrm>
            <a:off x="9226296" y="6601054"/>
            <a:ext cx="5815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 mini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7" name="Shape 70"/>
          <p:cNvSpPr/>
          <p:nvPr/>
        </p:nvSpPr>
        <p:spPr>
          <a:xfrm>
            <a:off x="7543800" y="1650492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8" name="Text 71"/>
          <p:cNvSpPr txBox="1"/>
          <p:nvPr/>
        </p:nvSpPr>
        <p:spPr>
          <a:xfrm>
            <a:off x="8017459" y="1755648"/>
            <a:ext cx="1055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Documents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6910121" y="2312518"/>
            <a:ext cx="1238098" cy="523951"/>
          </a:xfrm>
          <a:prstGeom prst="roundRect">
            <a:avLst>
              <a:gd name="adj" fmla="val 1903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0" name="Text 73"/>
          <p:cNvSpPr txBox="1"/>
          <p:nvPr/>
        </p:nvSpPr>
        <p:spPr>
          <a:xfrm>
            <a:off x="7124090" y="2398471"/>
            <a:ext cx="9125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</a:t>
            </a:r>
            <a:endParaRPr lang="en-US" sz="900" dirty="0"/>
          </a:p>
        </p:txBody>
      </p:sp>
      <p:sp>
        <p:nvSpPr>
          <p:cNvPr id="81" name="Text 74"/>
          <p:cNvSpPr txBox="1"/>
          <p:nvPr/>
        </p:nvSpPr>
        <p:spPr>
          <a:xfrm>
            <a:off x="7066483" y="2584094"/>
            <a:ext cx="1026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Retrieval</a:t>
            </a:r>
            <a:endParaRPr lang="en-US" sz="900" dirty="0"/>
          </a:p>
        </p:txBody>
      </p:sp>
      <p:sp>
        <p:nvSpPr>
          <p:cNvPr id="82" name="Shape 75"/>
          <p:cNvSpPr/>
          <p:nvPr/>
        </p:nvSpPr>
        <p:spPr>
          <a:xfrm>
            <a:off x="6880860" y="3140964"/>
            <a:ext cx="1304849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3" name="Text 76"/>
          <p:cNvSpPr txBox="1"/>
          <p:nvPr/>
        </p:nvSpPr>
        <p:spPr>
          <a:xfrm>
            <a:off x="6995160" y="3226918"/>
            <a:ext cx="1169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 / ColQwen</a:t>
            </a:r>
            <a:endParaRPr lang="en-US" sz="900" dirty="0"/>
          </a:p>
        </p:txBody>
      </p:sp>
      <p:sp>
        <p:nvSpPr>
          <p:cNvPr id="84" name="Shape 77"/>
          <p:cNvSpPr/>
          <p:nvPr/>
        </p:nvSpPr>
        <p:spPr>
          <a:xfrm>
            <a:off x="6759245" y="3765499"/>
            <a:ext cx="1543507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5" name="Text 78"/>
          <p:cNvSpPr txBox="1"/>
          <p:nvPr/>
        </p:nvSpPr>
        <p:spPr>
          <a:xfrm>
            <a:off x="6873545" y="3850538"/>
            <a:ext cx="1408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Pages (Images)</a:t>
            </a:r>
            <a:endParaRPr lang="en-US" sz="900" dirty="0"/>
          </a:p>
        </p:txBody>
      </p:sp>
      <p:sp>
        <p:nvSpPr>
          <p:cNvPr id="86" name="Shape 79"/>
          <p:cNvSpPr/>
          <p:nvPr/>
        </p:nvSpPr>
        <p:spPr>
          <a:xfrm>
            <a:off x="6892747" y="4389120"/>
            <a:ext cx="1276502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7" name="Text 80"/>
          <p:cNvSpPr txBox="1"/>
          <p:nvPr/>
        </p:nvSpPr>
        <p:spPr>
          <a:xfrm>
            <a:off x="7007047" y="4475074"/>
            <a:ext cx="1141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Processing</a:t>
            </a:r>
            <a:endParaRPr lang="en-US" sz="900" dirty="0"/>
          </a:p>
        </p:txBody>
      </p:sp>
      <p:sp>
        <p:nvSpPr>
          <p:cNvPr id="88" name="Shape 81"/>
          <p:cNvSpPr/>
          <p:nvPr/>
        </p:nvSpPr>
        <p:spPr>
          <a:xfrm>
            <a:off x="8738921" y="2312518"/>
            <a:ext cx="1295705" cy="523951"/>
          </a:xfrm>
          <a:prstGeom prst="roundRect">
            <a:avLst>
              <a:gd name="adj" fmla="val 1903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9" name="Text 82"/>
          <p:cNvSpPr txBox="1"/>
          <p:nvPr/>
        </p:nvSpPr>
        <p:spPr>
          <a:xfrm>
            <a:off x="8983980" y="2398471"/>
            <a:ext cx="9025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</a:t>
            </a:r>
            <a:endParaRPr lang="en-US" sz="900" dirty="0"/>
          </a:p>
        </p:txBody>
      </p:sp>
      <p:sp>
        <p:nvSpPr>
          <p:cNvPr id="90" name="Text 83"/>
          <p:cNvSpPr txBox="1"/>
          <p:nvPr/>
        </p:nvSpPr>
        <p:spPr>
          <a:xfrm>
            <a:off x="8853221" y="2584094"/>
            <a:ext cx="11603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Description</a:t>
            </a:r>
            <a:endParaRPr lang="en-US" sz="900" dirty="0"/>
          </a:p>
        </p:txBody>
      </p:sp>
      <p:sp>
        <p:nvSpPr>
          <p:cNvPr id="91" name="Shape 84"/>
          <p:cNvSpPr/>
          <p:nvPr/>
        </p:nvSpPr>
        <p:spPr>
          <a:xfrm>
            <a:off x="8537753" y="3140964"/>
            <a:ext cx="1695298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92" name="Text 85"/>
          <p:cNvSpPr txBox="1"/>
          <p:nvPr/>
        </p:nvSpPr>
        <p:spPr>
          <a:xfrm>
            <a:off x="8652053" y="3226918"/>
            <a:ext cx="1559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→ Text Description</a:t>
            </a:r>
            <a:endParaRPr lang="en-US" sz="900" dirty="0"/>
          </a:p>
        </p:txBody>
      </p:sp>
      <p:sp>
        <p:nvSpPr>
          <p:cNvPr id="93" name="Shape 86"/>
          <p:cNvSpPr/>
          <p:nvPr/>
        </p:nvSpPr>
        <p:spPr>
          <a:xfrm>
            <a:off x="8659368" y="3765499"/>
            <a:ext cx="1457554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94" name="Text 87"/>
          <p:cNvSpPr txBox="1"/>
          <p:nvPr/>
        </p:nvSpPr>
        <p:spPr>
          <a:xfrm>
            <a:off x="8773668" y="3850538"/>
            <a:ext cx="13222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Text/Vector Filtering</a:t>
            </a:r>
            <a:endParaRPr lang="en-US" sz="900" dirty="0"/>
          </a:p>
        </p:txBody>
      </p:sp>
      <p:sp>
        <p:nvSpPr>
          <p:cNvPr id="95" name="Shape 88"/>
          <p:cNvSpPr/>
          <p:nvPr/>
        </p:nvSpPr>
        <p:spPr>
          <a:xfrm>
            <a:off x="8650224" y="4389120"/>
            <a:ext cx="666598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96" name="Text 89"/>
          <p:cNvSpPr txBox="1"/>
          <p:nvPr/>
        </p:nvSpPr>
        <p:spPr>
          <a:xfrm>
            <a:off x="8743493" y="4455871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3a: Text</a:t>
            </a:r>
            <a:endParaRPr lang="en-US" sz="900" dirty="0"/>
          </a:p>
        </p:txBody>
      </p:sp>
      <p:sp>
        <p:nvSpPr>
          <p:cNvPr id="97" name="Shape 90"/>
          <p:cNvSpPr/>
          <p:nvPr/>
        </p:nvSpPr>
        <p:spPr>
          <a:xfrm>
            <a:off x="9411919" y="4389120"/>
            <a:ext cx="714146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98" name="Text 91"/>
          <p:cNvSpPr txBox="1"/>
          <p:nvPr/>
        </p:nvSpPr>
        <p:spPr>
          <a:xfrm>
            <a:off x="9469526" y="4455871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3b: Image</a:t>
            </a:r>
            <a:endParaRPr lang="en-US" sz="900" dirty="0"/>
          </a:p>
        </p:txBody>
      </p:sp>
      <p:sp>
        <p:nvSpPr>
          <p:cNvPr id="99" name="Shape 92"/>
          <p:cNvSpPr/>
          <p:nvPr/>
        </p:nvSpPr>
        <p:spPr>
          <a:xfrm>
            <a:off x="7543800" y="5012741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0" name="Text 93"/>
          <p:cNvSpPr txBox="1"/>
          <p:nvPr/>
        </p:nvSpPr>
        <p:spPr>
          <a:xfrm>
            <a:off x="8267090" y="5117897"/>
            <a:ext cx="559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71246"/>
            <a:ext cx="78016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 &amp; ColQwen: Visual Document Retrieval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859536"/>
            <a:ext cx="2781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RAG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1500" y="1211580"/>
            <a:ext cx="9528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87729"/>
            <a:ext cx="4972507" cy="3323844"/>
          </a:xfrm>
          <a:prstGeom prst="roundRect">
            <a:avLst>
              <a:gd name="adj" fmla="val 9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4343" r="4343" t="0" b="0"/>
          <a:stretch/>
        </p:blipFill>
        <p:spPr>
          <a:xfrm>
            <a:off x="580644" y="1497787"/>
            <a:ext cx="4953305" cy="33055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4997196"/>
            <a:ext cx="4972507" cy="14859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4997196"/>
            <a:ext cx="38405" cy="14859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773" r="-1773" t="0" b="0"/>
          <a:stretch/>
        </p:blipFill>
        <p:spPr>
          <a:xfrm>
            <a:off x="800100" y="5182819"/>
            <a:ext cx="133502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9498" y="5168189"/>
            <a:ext cx="1957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Visual Retrieval?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42746" y="5482742"/>
            <a:ext cx="40535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PDFs often contain complex layouts, charts, tables → text-only pipelines lose context.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42746" y="5913425"/>
            <a:ext cx="44915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Visual-first retrieval preserves layout &amp; visual cues, enabling accurate Q&amp;A.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24398" y="1783080"/>
            <a:ext cx="56957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924398" y="1516075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924398" y="1906524"/>
            <a:ext cx="5695798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381598" y="2069287"/>
            <a:ext cx="3710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→ Image (skips fragile OCR/layout parsing pipeline)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2350922"/>
            <a:ext cx="48435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VLM Encoding: Multi-vector embeddings • ColPali (Palidemma backbone) / ColQwen (Qwen2-VL backbone)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381598" y="2819095"/>
            <a:ext cx="3167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Processing: Convert to token embeddings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381598" y="3100730"/>
            <a:ext cx="46442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Interaction (MaxSim): Token-to-patch matching • Each query token matches best image patch → Aggregate scores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381598" y="3569818"/>
            <a:ext cx="3538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Return top-k pages → optional reranker → LLM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924398" y="4185209"/>
            <a:ext cx="3247949" cy="2295144"/>
          </a:xfrm>
          <a:prstGeom prst="roundRect">
            <a:avLst>
              <a:gd name="adj" fmla="val 165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77102" y="4375404"/>
            <a:ext cx="152705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5702" y="4356202"/>
            <a:ext cx="1057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267298" y="4660697"/>
            <a:ext cx="28081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visual context (tables, charts, fonts)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6267298" y="4879238"/>
            <a:ext cx="22649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Avoids fragile OCR + chunking errors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267298" y="5097780"/>
            <a:ext cx="26170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performance on ViDoRe benchmark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267298" y="5315407"/>
            <a:ext cx="25795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hybrid mode for text-heavy docs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357055" y="4185209"/>
            <a:ext cx="2266798" cy="2295144"/>
          </a:xfrm>
          <a:prstGeom prst="roundRect">
            <a:avLst>
              <a:gd name="adj" fmla="val 169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9509760" y="4375404"/>
            <a:ext cx="19019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776765" y="4356202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699955" y="4660697"/>
            <a:ext cx="17602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storage (multi-vector per page)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9699955" y="5040173"/>
            <a:ext cx="182697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heavier than single-vector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2025-12-16T03:04:07Z</dcterms:created>
  <dcterms:modified xsi:type="dcterms:W3CDTF">2025-12-16T03:04:07Z</dcterms:modified>
</cp:coreProperties>
</file>